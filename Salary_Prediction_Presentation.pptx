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42909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0314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93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388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6872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9221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6292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0428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91872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67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01273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472490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755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67781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79704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87991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65663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3125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Salary Prediction Using Linear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 algn="ctr">
              <a:buNone/>
            </a:pPr>
            <a:r>
              <a:rPr lang="en-IN" dirty="0"/>
              <a:t>Presented by: </a:t>
            </a:r>
            <a:r>
              <a:rPr lang="en-IN" dirty="0" err="1"/>
              <a:t>Aykantick</a:t>
            </a:r>
            <a:r>
              <a:rPr lang="en-IN" dirty="0"/>
              <a:t> Pal </a:t>
            </a:r>
          </a:p>
          <a:p>
            <a:pPr marL="0" indent="0" algn="ctr">
              <a:buNone/>
            </a:pPr>
            <a:r>
              <a:rPr lang="en-IN" dirty="0"/>
              <a:t>Student id: </a:t>
            </a:r>
            <a:r>
              <a:rPr lang="en-IN" i="0" u="none" strike="noStrike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23100300305</a:t>
            </a:r>
            <a:r>
              <a:rPr lang="en-IN" sz="18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​</a:t>
            </a:r>
          </a:p>
          <a:p>
            <a:pPr marL="0" indent="0" algn="l" rtl="0" fontAlgn="base">
              <a:buNone/>
            </a:pPr>
            <a:endParaRPr lang="en-IN" sz="1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rtl="0" fontAlgn="base">
              <a:buNone/>
            </a:pPr>
            <a:endParaRPr lang="en-IN" sz="1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rtl="0" fontAlgn="base">
              <a:buNone/>
            </a:pPr>
            <a:endParaRPr lang="en-IN" sz="1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rtl="0" fontAlgn="base">
              <a:buNone/>
            </a:pPr>
            <a:endParaRPr lang="en-IN" sz="1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rtl="0" fontAlgn="base">
              <a:buNone/>
            </a:pPr>
            <a:endParaRPr lang="en-IN" sz="1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l" rtl="0" fontAlgn="base">
              <a:buNone/>
            </a:pPr>
            <a:endParaRPr lang="en-IN" sz="180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 rtl="0" fontAlgn="base">
              <a:buNone/>
            </a:pPr>
            <a:r>
              <a:rPr lang="en-IN" sz="2800" b="0" i="0" dirty="0">
                <a:solidFill>
                  <a:srgbClr val="000000"/>
                </a:solidFill>
                <a:effectLst/>
                <a:latin typeface="Calisto MT" panose="02040603050505030304" pitchFamily="18" charset="0"/>
              </a:rPr>
              <a:t>TECHNO INDIA UNIVERSITY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Calisto MT" panose="02040603050505030304" pitchFamily="18" charset="0"/>
              </a:rPr>
              <a:t>​</a:t>
            </a:r>
            <a:endParaRPr lang="en-US" sz="2800" dirty="0">
              <a:solidFill>
                <a:srgbClr val="000000"/>
              </a:solidFill>
              <a:latin typeface="Segoe UI" panose="020B0502040204020203" pitchFamily="34" charset="0"/>
            </a:endParaRPr>
          </a:p>
          <a:p>
            <a:pPr marL="0" indent="0" algn="ctr" rtl="0" fontAlgn="base">
              <a:buNone/>
            </a:pPr>
            <a:r>
              <a:rPr lang="en-IN" sz="2800" b="0" i="0" dirty="0">
                <a:solidFill>
                  <a:srgbClr val="000000"/>
                </a:solidFill>
                <a:effectLst/>
                <a:latin typeface="Calisto MT" panose="02040603050505030304" pitchFamily="18" charset="0"/>
              </a:rPr>
              <a:t>WEST BENGAL​</a:t>
            </a:r>
            <a:endParaRPr lang="en-IN" sz="28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0" indent="0" algn="ctr" rtl="0" fontAlgn="base">
              <a:buNone/>
            </a:pPr>
            <a:r>
              <a:rPr lang="en-IN" sz="2800" b="1" i="0" u="none" strike="noStrike" dirty="0">
                <a:solidFill>
                  <a:srgbClr val="000000"/>
                </a:solidFill>
                <a:effectLst/>
                <a:latin typeface="Calisto MT" panose="02040603050505030304" pitchFamily="18" charset="0"/>
              </a:rPr>
              <a:t>Academic Year :</a:t>
            </a:r>
            <a:r>
              <a:rPr lang="en-IN" sz="2800" b="0" i="0" u="none" strike="noStrike" dirty="0">
                <a:solidFill>
                  <a:srgbClr val="000000"/>
                </a:solidFill>
                <a:effectLst/>
                <a:latin typeface="Calisto MT" panose="02040603050505030304" pitchFamily="18" charset="0"/>
              </a:rPr>
              <a:t> 2024 - 2025</a:t>
            </a:r>
            <a:r>
              <a:rPr lang="en-IN" sz="2800" b="0" i="0" dirty="0">
                <a:solidFill>
                  <a:srgbClr val="000000"/>
                </a:solidFill>
                <a:effectLst/>
                <a:latin typeface="Calisto MT" panose="02040603050505030304" pitchFamily="18" charset="0"/>
              </a:rPr>
              <a:t>​</a:t>
            </a:r>
            <a:endParaRPr lang="en-IN" sz="28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marL="0" indent="0" algn="ctr"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4E67CA-46A5-4C42-8EE2-F381EBC7A2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9765" y="3038476"/>
            <a:ext cx="1384469" cy="13906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 rtl="0" fontAlgn="base">
              <a:lnSpc>
                <a:spcPct val="150000"/>
              </a:lnSpc>
            </a:pP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predicts employee salary based on years of experience.</a:t>
            </a:r>
            <a:r>
              <a:rPr lang="en-US" sz="18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en-US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 fontAlgn="base">
              <a:lnSpc>
                <a:spcPct val="150000"/>
              </a:lnSpc>
            </a:pP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It uses Linear Regression, one of the simplest and most effective machine learning algorithms.</a:t>
            </a:r>
            <a:r>
              <a:rPr lang="en-US" sz="18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en-US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 fontAlgn="base">
              <a:lnSpc>
                <a:spcPct val="150000"/>
              </a:lnSpc>
            </a:pP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understand how experience impacts salary and build a model that can estimate salary values.</a:t>
            </a:r>
            <a:r>
              <a:rPr lang="en-US" sz="18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en-US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 fontAlgn="base">
              <a:lnSpc>
                <a:spcPct val="150000"/>
              </a:lnSpc>
            </a:pP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implementation is done using Python, Pandas, NumPy, Matplotlib, and scikit-learn.</a:t>
            </a:r>
            <a:r>
              <a:rPr lang="en-US" sz="18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en-US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0" fontAlgn="base">
              <a:lnSpc>
                <a:spcPct val="150000"/>
              </a:lnSpc>
            </a:pPr>
            <a:r>
              <a:rPr lang="en-US" sz="1800" i="0" u="none" strike="noStrike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dataset and source code are available on my GitHub repository.</a:t>
            </a:r>
            <a:r>
              <a:rPr lang="en-US" sz="1800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  <a:endParaRPr lang="en-US" i="0" dirty="0">
              <a:solidFill>
                <a:srgbClr val="000000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Description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sz="2800" dirty="0"/>
              <a:t>Dataset contains:</a:t>
            </a:r>
          </a:p>
          <a:p>
            <a:r>
              <a:rPr sz="2800" dirty="0"/>
              <a:t>Years of Experience</a:t>
            </a:r>
          </a:p>
          <a:p>
            <a:r>
              <a:rPr sz="2800" dirty="0"/>
              <a:t> Salary</a:t>
            </a:r>
          </a:p>
          <a:p>
            <a:r>
              <a:rPr sz="2800" dirty="0"/>
              <a:t>Source: </a:t>
            </a:r>
            <a:r>
              <a:rPr lang="en-IN" sz="2800" dirty="0"/>
              <a:t>https://www.kaggle.com/datasets/krishnaraj30/salary-prediction-data-simple-linear-regression</a:t>
            </a:r>
            <a:endParaRPr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Steps followed:</a:t>
            </a:r>
          </a:p>
          <a:p>
            <a:pPr marL="0" indent="0">
              <a:buNone/>
            </a:pPr>
            <a:r>
              <a:rPr dirty="0"/>
              <a:t>1. Load dataset</a:t>
            </a:r>
          </a:p>
          <a:p>
            <a:pPr marL="0" indent="0">
              <a:buNone/>
            </a:pPr>
            <a:r>
              <a:rPr dirty="0"/>
              <a:t>2. Explore data</a:t>
            </a:r>
          </a:p>
          <a:p>
            <a:pPr marL="0" indent="0">
              <a:buNone/>
            </a:pPr>
            <a:r>
              <a:rPr dirty="0"/>
              <a:t>3. Plot scatter relation</a:t>
            </a:r>
          </a:p>
          <a:p>
            <a:pPr marL="0" indent="0">
              <a:buNone/>
            </a:pPr>
            <a:r>
              <a:rPr dirty="0"/>
              <a:t>4. Train Linear Regression model</a:t>
            </a:r>
          </a:p>
          <a:p>
            <a:pPr marL="0" indent="0">
              <a:buNone/>
            </a:pPr>
            <a:r>
              <a:rPr dirty="0"/>
              <a:t>5. Predict salary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Train-test split</a:t>
            </a:r>
          </a:p>
          <a:p>
            <a:r>
              <a:rPr dirty="0"/>
              <a:t>Fit Linear Regression() model</a:t>
            </a:r>
          </a:p>
          <a:p>
            <a:r>
              <a:rPr dirty="0"/>
              <a:t>Evaluate using Mean Squared Error and R² score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 achieved high correlation</a:t>
            </a:r>
          </a:p>
          <a:p>
            <a:r>
              <a:rPr lang="en-US" dirty="0"/>
              <a:t>Regression line fits data well</a:t>
            </a:r>
          </a:p>
          <a:p>
            <a:r>
              <a:rPr lang="en-US" dirty="0"/>
              <a:t>Can predict salaries for unseen experience years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Linear Regression is simple and effective for salary prediction.</a:t>
            </a:r>
          </a:p>
          <a:p>
            <a:r>
              <a:t>Future scope: add more features like education, role, skillset.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11</TotalTime>
  <Words>221</Words>
  <Application>Microsoft Office PowerPoint</Application>
  <PresentationFormat>On-screen Show (4:3)</PresentationFormat>
  <Paragraphs>41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Calisto MT</vt:lpstr>
      <vt:lpstr>Garamond</vt:lpstr>
      <vt:lpstr>Segoe UI</vt:lpstr>
      <vt:lpstr>Times New Roman</vt:lpstr>
      <vt:lpstr>Organic</vt:lpstr>
      <vt:lpstr>Salary Prediction Using Linear Regression</vt:lpstr>
      <vt:lpstr>Introduction</vt:lpstr>
      <vt:lpstr>Dataset Description</vt:lpstr>
      <vt:lpstr>Methodology</vt:lpstr>
      <vt:lpstr>Model Training</vt:lpstr>
      <vt:lpstr>Results &amp; Evaluation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Salary Prediction Using Linear Regression</dc:title>
  <dc:subject/>
  <dc:creator/>
  <cp:keywords/>
  <dc:description>generated using python-pptx</dc:description>
  <cp:lastModifiedBy>ANWESHA</cp:lastModifiedBy>
  <cp:revision>3</cp:revision>
  <dcterms:created xsi:type="dcterms:W3CDTF">2013-01-27T09:14:16Z</dcterms:created>
  <dcterms:modified xsi:type="dcterms:W3CDTF">2025-11-14T17:08:59Z</dcterms:modified>
  <cp:category/>
</cp:coreProperties>
</file>